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568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</Words>
  <Application>Microsoft Office PowerPoint</Application>
  <PresentationFormat>Широкий екран</PresentationFormat>
  <Paragraphs>14</Paragraphs>
  <Slides>14</Slides>
  <Notes>14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Rozšíření webového prohlížeče pro interaktivní náhledy souborů</dc:title>
  <dc:subject>PptxGenJS Presentation</dc:subject>
  <dc:creator>Created by Marp</dc:creator>
  <cp:lastModifiedBy>Tim Voronkin</cp:lastModifiedBy>
  <cp:revision>2</cp:revision>
  <dcterms:created xsi:type="dcterms:W3CDTF">2026-06-02T22:48:54Z</dcterms:created>
  <dcterms:modified xsi:type="dcterms:W3CDTF">2026-06-02T22:52:22Z</dcterms:modified>
</cp:coreProperties>
</file>